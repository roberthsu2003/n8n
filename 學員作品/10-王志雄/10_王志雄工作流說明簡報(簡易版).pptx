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"/>
              </a:defRPr>
            </a:pPr>
            <a:r>
              <a:t>一頁架構總覽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Noto Sans"/>
              </a:defRPr>
            </a:pPr>
            <a:r>
              <a:t>IPAS 考題推播與自動化檢索系統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Noto Sans"/>
              </a:defRPr>
            </a:pPr>
            <a:r>
              <a:t>結合 LINE Bot 互動、n8n 自動化流程、AI Agent 決策核心與 Embeddings IPAS 向量資料庫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468880" cy="10972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Noto Sans"/>
              </a:defRPr>
            </a:pPr>
            <a:r>
              <a:t>💬 LINE Bot</a:t>
            </a:r>
          </a:p>
          <a:p>
            <a:pPr>
              <a:defRPr sz="1200" b="1">
                <a:solidFill>
                  <a:srgbClr val="06C755"/>
                </a:solidFill>
                <a:latin typeface="Noto Sans"/>
              </a:defRPr>
            </a:pPr>
            <a:r>
              <a:t>使用者互動出口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246120"/>
            <a:ext cx="21945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提供每日 08:00 定時考題推播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支援關鍵字與問題即時查詢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經由 HTTP Request 推播格式化訊息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94560"/>
            <a:ext cx="2468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94560"/>
            <a:ext cx="246888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Noto Sans"/>
              </a:defRPr>
            </a:pPr>
            <a:r>
              <a:t>⚡ n8n</a:t>
            </a:r>
          </a:p>
          <a:p>
            <a:pPr>
              <a:defRPr sz="1200" b="1">
                <a:solidFill>
                  <a:srgbClr val="0284C7"/>
                </a:solidFill>
                <a:latin typeface="Noto Sans"/>
              </a:defRPr>
            </a:pPr>
            <a:r>
              <a:t>自動化流程引擎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3246120"/>
            <a:ext cx="21945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3375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串接 Webhook 與 Cron 時間排程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協調訊息傳遞與 AI 模組呼叫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驅動 Google Drive 新考題自動向量化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2468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2468880" cy="109728"/>
          </a:xfrm>
          <a:prstGeom prst="rect">
            <a:avLst/>
          </a:prstGeom>
          <a:solidFill>
            <a:srgbClr val="8B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Noto Sans"/>
              </a:defRPr>
            </a:pPr>
            <a:r>
              <a:t>🧠 AI Agent</a:t>
            </a:r>
          </a:p>
          <a:p>
            <a:pPr>
              <a:defRPr sz="1200" b="1">
                <a:solidFill>
                  <a:srgbClr val="8B5CE6"/>
                </a:solidFill>
                <a:latin typeface="Noto Sans"/>
              </a:defRPr>
            </a:pPr>
            <a:r>
              <a:t>智慧處理與決策核心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246120"/>
            <a:ext cx="21945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3375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解析提問意圖並管理對話記憶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整合 OpenRouter 主模型與備援模型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精準呼叫 IPAS 教材檢索 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194560"/>
            <a:ext cx="2468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2194560"/>
            <a:ext cx="24688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423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Noto Sans"/>
              </a:defRPr>
            </a:pPr>
            <a:r>
              <a:t>📚 Embeddings IPAS</a:t>
            </a:r>
          </a:p>
          <a:p>
            <a:pPr>
              <a:defRPr sz="1200" b="1">
                <a:solidFill>
                  <a:srgbClr val="F59E0B"/>
                </a:solidFill>
                <a:latin typeface="Noto Sans"/>
              </a:defRPr>
            </a:pPr>
            <a:r>
              <a:t>知識檢索向量資料庫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3246120"/>
            <a:ext cx="21945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333756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試題與教材文本經 Embedding 向量化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提供快速且精準的語意相似度比對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Noto Sans"/>
              </a:defRPr>
            </a:pPr>
            <a:r>
              <a:t>• 自動整合 Google Drive 最新上傳考題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Noto Sans"/>
              </a:defRPr>
            </a:pPr>
            <a:r>
              <a:t>註：完整系統支援 OpenRouter 雙模型備援與 Google Drive 考題自動切詞匯入功能。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